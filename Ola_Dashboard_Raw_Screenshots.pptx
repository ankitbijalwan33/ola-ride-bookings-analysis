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51" y="0"/>
            <a:ext cx="117636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110" y="0"/>
            <a:ext cx="1184473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17" y="0"/>
            <a:ext cx="1204891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66" y="0"/>
            <a:ext cx="1195422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17680"/>
            <a:ext cx="12188952" cy="6422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2026-07-13T04:50:55Z</dcterms:created>
  <dcterms:modified xsi:type="dcterms:W3CDTF">2026-07-13T04:50:55Z</dcterms:modified>
</cp:coreProperties>
</file>