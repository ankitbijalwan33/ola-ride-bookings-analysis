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BOOKINGS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103,000+ ride bookings into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decisions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 •  Power BI  •  DAX  •  Excel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Portfolio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processes thousands of ride requests every day. But not every booking turns into a completed ride — some are cancelled by the customer, some by the driver, and some never find a driver at all.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analyzes 103,000+ real bookings to answer one question: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exactly is Ola losing rides, and why?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480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103,024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analyzed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6240" y="42976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4480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₹3.5 Cr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34840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booking value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429768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4480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01000" y="5166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Three-step workflow, start to finish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45920" y="1920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the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103,000+ raw bookings into MySQL and built a clean, queryable schema.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64592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with SQL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10 SQL views answering real business questions — revenue, cancellations, top customers, ratings.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4592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in Power BI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5-page interactive dashboard so anyone can explore the findings without touching SQL.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raw rows into answers MySQL can serve on demand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675120" cy="4434840"/>
          </a:xfrm>
          <a:prstGeom prst="roundRect">
            <a:avLst>
              <a:gd name="adj" fmla="val 1649"/>
            </a:avLst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customers ride the most?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8D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top_5_customers AS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
       COUNT(Booking_ID) AS total_rides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bookings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Customer_id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total_rides DESC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SQL views covering: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89520" y="2313432"/>
            <a:ext cx="109728" cy="109728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bookings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2788920"/>
            <a:ext cx="109728" cy="109728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715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status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0" y="3264408"/>
            <a:ext cx="109728" cy="109728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3191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customers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3739896"/>
            <a:ext cx="109728" cy="109728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36667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Cancellations by driver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0" y="4215384"/>
            <a:ext cx="109728" cy="109728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4142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Cancellations by customer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89520" y="4690872"/>
            <a:ext cx="109728" cy="109728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by vehicle type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0" y="5166360"/>
            <a:ext cx="109728" cy="109728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5093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 breakdown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89520" y="5641848"/>
            <a:ext cx="109728" cy="109728"/>
          </a:xfrm>
          <a:prstGeom prst="ellipse">
            <a:avLst/>
          </a:prstGeom>
          <a:solidFill>
            <a:srgbClr val="8DC63F"/>
          </a:solidFill>
          <a:ln w="12700">
            <a:solidFill>
              <a:srgbClr val="8DC6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55686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ride reasons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1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972800" cy="4663440"/>
          </a:xfrm>
          <a:prstGeom prst="roundRect">
            <a:avLst>
              <a:gd name="adj" fmla="val 980"/>
            </a:avLst>
          </a:prstGeom>
          <a:solidFill>
            <a:srgbClr val="0D0D0D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5" name="Image 0" descr="dash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08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 bookings and ₹3.5 Cr in value, with a 62% success rate tracked day by day across the month.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2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Type Breakdown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972800" cy="4663440"/>
          </a:xfrm>
          <a:prstGeom prst="roundRect">
            <a:avLst>
              <a:gd name="adj" fmla="val 980"/>
            </a:avLst>
          </a:prstGeom>
          <a:solidFill>
            <a:srgbClr val="0D0D0D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5" name="Image 0" descr="dash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08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booking value stays close across all 7 vehicle types — no single segment carries the business.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3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Top Customers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972800" cy="4663440"/>
          </a:xfrm>
          <a:prstGeom prst="roundRect">
            <a:avLst>
              <a:gd name="adj" fmla="val 980"/>
            </a:avLst>
          </a:prstGeom>
          <a:solidFill>
            <a:srgbClr val="0D0D0D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5" name="Image 0" descr="dash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08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and UPI bring in the most revenue by far. A small set of repeat customers also stands out clearly.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4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972800" cy="4663440"/>
          </a:xfrm>
          <a:prstGeom prst="roundRect">
            <a:avLst>
              <a:gd name="adj" fmla="val 980"/>
            </a:avLst>
          </a:prstGeom>
          <a:solidFill>
            <a:srgbClr val="0D0D0D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5" name="Image 0" descr="dash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08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mostly cancel when the driver isn't moving toward them. Drivers mostly cancel over personal or vehicle issues.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5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972800" cy="4663440"/>
          </a:xfrm>
          <a:prstGeom prst="roundRect">
            <a:avLst>
              <a:gd name="adj" fmla="val 980"/>
            </a:avLst>
          </a:prstGeom>
          <a:solidFill>
            <a:srgbClr val="0D0D0D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5" name="Image 0" descr="dash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081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driver and customer ratings sit steady around 4.0/5 across every vehicle type — consistent service quality.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tell a stakeholder in one minute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1874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of bookings succeed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17320" y="2286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are lost almost equally to driver cancellations, customer cancellations, and unmatched drivers.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953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29535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vehicle type carries the business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17320" y="33649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success value are balanced across Sedan, SUV, Auto, Bike, and E-Bike.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032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403250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Cancellations have two owners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17320" y="44439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cancel over driver location issues; drivers cancel over personal or vehicle issues — two different fixes needed.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1114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51114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quality is consistent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55229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and customer ratings hold steady near 4.0/5 across every vehicle type — this is an operations issue, not a service one.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 end to end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— 103,000+ bookings, 20 fields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57600" y="28803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design + 10 SQL views for business logic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5-page interactive dashboard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26880" y="28803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measures for KPIs and ratios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D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ola_sql_queries.sql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3042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SQL views — schema + business queries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D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pbi_ola_pro.pbix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file (5 pages)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D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Bookings-100000-Rows.xlsx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4074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dataset, 103,000+ ride bookings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93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D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4589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overview, findings, and setup notes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Data Analyst roles — feedback and referrals welcome.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me on LinkedIn or reach out via GitHub.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 RIDE BOOKINGS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2026-07-13T04:44:34Z</dcterms:created>
  <dcterms:modified xsi:type="dcterms:W3CDTF">2026-07-13T04:44:34Z</dcterms:modified>
</cp:coreProperties>
</file>